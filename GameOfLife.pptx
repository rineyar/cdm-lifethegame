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0" r:id="rId5"/>
    <p:sldId id="258" r:id="rId6"/>
    <p:sldId id="262" r:id="rId7"/>
    <p:sldId id="264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0F2"/>
    <a:srgbClr val="0900C2"/>
    <a:srgbClr val="05FF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6" autoAdjust="0"/>
    <p:restoredTop sz="94660"/>
  </p:normalViewPr>
  <p:slideViewPr>
    <p:cSldViewPr>
      <p:cViewPr varScale="1">
        <p:scale>
          <a:sx n="110" d="100"/>
          <a:sy n="110" d="100"/>
        </p:scale>
        <p:origin x="-171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01980-7080-45E9-A76B-DF6F4B04EE3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1422F-FEB0-4D43-BFB8-D9CE0D2A3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701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1422F-FEB0-4D43-BFB8-D9CE0D2A3C1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860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1422F-FEB0-4D43-BFB8-D9CE0D2A3C1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860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1422F-FEB0-4D43-BFB8-D9CE0D2A3C1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860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1422F-FEB0-4D43-BFB8-D9CE0D2A3C1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860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1422F-FEB0-4D43-BFB8-D9CE0D2A3C1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860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1422F-FEB0-4D43-BFB8-D9CE0D2A3C1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860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144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09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24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514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44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213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514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74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46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04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66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63017-527F-4884-94E3-7C0A28AAD0EC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DFC40-628D-4EA0-89C4-211413443D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97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5776" y="2588102"/>
            <a:ext cx="552426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smtClean="0">
                <a:solidFill>
                  <a:srgbClr val="C00000"/>
                </a:solidFill>
                <a:latin typeface="Cooper Black" panose="0208090404030B020404" pitchFamily="18" charset="0"/>
              </a:rPr>
              <a:t>Game of Life</a:t>
            </a:r>
          </a:p>
        </p:txBody>
      </p:sp>
    </p:spTree>
    <p:extLst>
      <p:ext uri="{BB962C8B-B14F-4D97-AF65-F5344CB8AC3E}">
        <p14:creationId xmlns:p14="http://schemas.microsoft.com/office/powerpoint/2010/main" val="242046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83768" y="1196752"/>
            <a:ext cx="40254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latin typeface="Consolas" panose="020B0609020204030204" pitchFamily="49" charset="0"/>
              </a:rPr>
              <a:t>Правила</a:t>
            </a:r>
            <a:r>
              <a:rPr lang="ru-RU" sz="4400" b="1" dirty="0" smtClean="0">
                <a:latin typeface="Consolas" panose="020B0609020204030204" pitchFamily="49" charset="0"/>
              </a:rPr>
              <a:t> игры:</a:t>
            </a:r>
            <a:endParaRPr lang="en-US" sz="4400" b="1" dirty="0" smtClean="0">
              <a:latin typeface="Consolas" panose="020B06090202040302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483768" y="2276871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onsolas" panose="020B0609020204030204" pitchFamily="49" charset="0"/>
              </a:rPr>
              <a:t>1. Живая </a:t>
            </a:r>
            <a:r>
              <a:rPr lang="ru-RU" dirty="0">
                <a:latin typeface="Consolas" panose="020B0609020204030204" pitchFamily="49" charset="0"/>
              </a:rPr>
              <a:t>клетка с менее чем двумя живыми соседями </a:t>
            </a:r>
            <a:r>
              <a:rPr lang="ru-RU" dirty="0" smtClean="0">
                <a:latin typeface="Consolas" panose="020B0609020204030204" pitchFamily="49" charset="0"/>
              </a:rPr>
              <a:t>умирает.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483768" y="3167800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onsolas" panose="020B0609020204030204" pitchFamily="49" charset="0"/>
              </a:rPr>
              <a:t>2. Живая </a:t>
            </a:r>
            <a:r>
              <a:rPr lang="ru-RU" dirty="0">
                <a:latin typeface="Consolas" panose="020B0609020204030204" pitchFamily="49" charset="0"/>
              </a:rPr>
              <a:t>клетка с двумя или тремя живыми соседями продолжает жить в следующем </a:t>
            </a:r>
            <a:r>
              <a:rPr lang="ru-RU" dirty="0" smtClean="0">
                <a:latin typeface="Consolas" panose="020B0609020204030204" pitchFamily="49" charset="0"/>
              </a:rPr>
              <a:t>поколении.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483768" y="4221088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onsolas" panose="020B0609020204030204" pitchFamily="49" charset="0"/>
              </a:rPr>
              <a:t>3. Живая </a:t>
            </a:r>
            <a:r>
              <a:rPr lang="ru-RU" dirty="0">
                <a:latin typeface="Consolas" panose="020B0609020204030204" pitchFamily="49" charset="0"/>
              </a:rPr>
              <a:t>клетка с более чем тремя соседями умирает от перенаселения.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483768" y="5164414"/>
            <a:ext cx="64087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onsolas" panose="020B0609020204030204" pitchFamily="49" charset="0"/>
              </a:rPr>
              <a:t>4. Мёртвая </a:t>
            </a:r>
            <a:r>
              <a:rPr lang="ru-RU" dirty="0">
                <a:latin typeface="Consolas" panose="020B0609020204030204" pitchFamily="49" charset="0"/>
              </a:rPr>
              <a:t>клетка с тремя живыми соседями становится живой.</a:t>
            </a:r>
          </a:p>
        </p:txBody>
      </p:sp>
    </p:spTree>
    <p:extLst>
      <p:ext uri="{BB962C8B-B14F-4D97-AF65-F5344CB8AC3E}">
        <p14:creationId xmlns:p14="http://schemas.microsoft.com/office/powerpoint/2010/main" val="59234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546886" y="1416929"/>
            <a:ext cx="500420" cy="4680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58014" y="1417155"/>
            <a:ext cx="500420" cy="4680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563888" y="1417155"/>
            <a:ext cx="500420" cy="4680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2545068" y="1884981"/>
            <a:ext cx="500420" cy="468052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3562070" y="1885207"/>
            <a:ext cx="500420" cy="4680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546886" y="2353033"/>
            <a:ext cx="500420" cy="4680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3058014" y="2353259"/>
            <a:ext cx="500420" cy="468052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3563888" y="2353259"/>
            <a:ext cx="500420" cy="4680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056196" y="1885207"/>
            <a:ext cx="500420" cy="468052"/>
          </a:xfrm>
          <a:prstGeom prst="rect">
            <a:avLst/>
          </a:prstGeom>
          <a:solidFill>
            <a:srgbClr val="05FF1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630" y="3284983"/>
            <a:ext cx="6254086" cy="299575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26561" y="1411121"/>
            <a:ext cx="46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&lt; </a:t>
            </a:r>
            <a:r>
              <a:rPr lang="ru-RU" sz="2000" dirty="0" smtClean="0">
                <a:latin typeface="Consolas" panose="020B0609020204030204" pitchFamily="49" charset="0"/>
              </a:rPr>
              <a:t>У живой клетки два живых соседа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2979" y="5945047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u="sng" dirty="0" smtClean="0">
                <a:latin typeface="Consolas" panose="020B0609020204030204" pitchFamily="49" charset="0"/>
              </a:rPr>
              <a:t>Остаётся живой!</a:t>
            </a:r>
            <a:endParaRPr lang="ru-RU" sz="2400" b="1" u="sng" dirty="0">
              <a:latin typeface="Consolas" panose="020B0609020204030204" pitchFamily="49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2776273"/>
            <a:ext cx="817750" cy="79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1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" y="10394"/>
            <a:ext cx="9144000" cy="68580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627784" y="138651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/>
          <p:cNvSpPr/>
          <p:nvPr/>
        </p:nvSpPr>
        <p:spPr>
          <a:xfrm>
            <a:off x="3131840" y="138651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/>
          <p:cNvSpPr/>
          <p:nvPr/>
        </p:nvSpPr>
        <p:spPr>
          <a:xfrm>
            <a:off x="3635896" y="138651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/>
          <p:cNvSpPr/>
          <p:nvPr/>
        </p:nvSpPr>
        <p:spPr>
          <a:xfrm>
            <a:off x="4139952" y="138651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ик 49"/>
          <p:cNvSpPr/>
          <p:nvPr/>
        </p:nvSpPr>
        <p:spPr>
          <a:xfrm>
            <a:off x="4644008" y="138651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/>
          <p:cNvSpPr/>
          <p:nvPr/>
        </p:nvSpPr>
        <p:spPr>
          <a:xfrm>
            <a:off x="2627784" y="189057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/>
          <p:cNvSpPr/>
          <p:nvPr/>
        </p:nvSpPr>
        <p:spPr>
          <a:xfrm>
            <a:off x="3131840" y="189057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 52"/>
          <p:cNvSpPr/>
          <p:nvPr/>
        </p:nvSpPr>
        <p:spPr>
          <a:xfrm>
            <a:off x="3635896" y="1890572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4139952" y="189057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/>
          <p:cNvSpPr/>
          <p:nvPr/>
        </p:nvSpPr>
        <p:spPr>
          <a:xfrm>
            <a:off x="4644008" y="189057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рямоугольник 55"/>
          <p:cNvSpPr/>
          <p:nvPr/>
        </p:nvSpPr>
        <p:spPr>
          <a:xfrm>
            <a:off x="2627784" y="23946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 56"/>
          <p:cNvSpPr/>
          <p:nvPr/>
        </p:nvSpPr>
        <p:spPr>
          <a:xfrm>
            <a:off x="3131840" y="23946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рямоугольник 57"/>
          <p:cNvSpPr/>
          <p:nvPr/>
        </p:nvSpPr>
        <p:spPr>
          <a:xfrm>
            <a:off x="3635896" y="23946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4139952" y="2394628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рямоугольник 59"/>
          <p:cNvSpPr/>
          <p:nvPr/>
        </p:nvSpPr>
        <p:spPr>
          <a:xfrm>
            <a:off x="4644008" y="23946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/>
          <p:cNvSpPr/>
          <p:nvPr/>
        </p:nvSpPr>
        <p:spPr>
          <a:xfrm>
            <a:off x="2627784" y="2898684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рямоугольник 61"/>
          <p:cNvSpPr/>
          <p:nvPr/>
        </p:nvSpPr>
        <p:spPr>
          <a:xfrm>
            <a:off x="3131840" y="2898684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/>
        </p:nvSpPr>
        <p:spPr>
          <a:xfrm>
            <a:off x="3635896" y="2898684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/>
          <p:cNvSpPr/>
          <p:nvPr/>
        </p:nvSpPr>
        <p:spPr>
          <a:xfrm>
            <a:off x="4139952" y="2898684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4644008" y="2898684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рямоугольник 65"/>
          <p:cNvSpPr/>
          <p:nvPr/>
        </p:nvSpPr>
        <p:spPr>
          <a:xfrm>
            <a:off x="2627784" y="34027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/>
          <p:cNvSpPr/>
          <p:nvPr/>
        </p:nvSpPr>
        <p:spPr>
          <a:xfrm>
            <a:off x="3131840" y="34027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рямоугольник 67"/>
          <p:cNvSpPr/>
          <p:nvPr/>
        </p:nvSpPr>
        <p:spPr>
          <a:xfrm>
            <a:off x="3635896" y="34027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/>
          <p:cNvSpPr/>
          <p:nvPr/>
        </p:nvSpPr>
        <p:spPr>
          <a:xfrm>
            <a:off x="4139952" y="34027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4644008" y="34027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4139952" y="1395004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4644008" y="1395004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4644008" y="189906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/>
          <p:cNvSpPr/>
          <p:nvPr/>
        </p:nvSpPr>
        <p:spPr>
          <a:xfrm>
            <a:off x="4644008" y="240311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2627784" y="290717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Прямоугольник 75"/>
          <p:cNvSpPr/>
          <p:nvPr/>
        </p:nvSpPr>
        <p:spPr>
          <a:xfrm>
            <a:off x="3131840" y="2907172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3635896" y="2907172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Прямоугольник 77"/>
          <p:cNvSpPr/>
          <p:nvPr/>
        </p:nvSpPr>
        <p:spPr>
          <a:xfrm>
            <a:off x="4139952" y="2907172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Прямоугольник 78"/>
          <p:cNvSpPr/>
          <p:nvPr/>
        </p:nvSpPr>
        <p:spPr>
          <a:xfrm>
            <a:off x="4644008" y="290717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рямоугольник 79"/>
          <p:cNvSpPr/>
          <p:nvPr/>
        </p:nvSpPr>
        <p:spPr>
          <a:xfrm>
            <a:off x="2627784" y="34112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/>
          <p:cNvSpPr/>
          <p:nvPr/>
        </p:nvSpPr>
        <p:spPr>
          <a:xfrm>
            <a:off x="3131840" y="34112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Прямоугольник 81"/>
          <p:cNvSpPr/>
          <p:nvPr/>
        </p:nvSpPr>
        <p:spPr>
          <a:xfrm>
            <a:off x="3635896" y="34112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/>
          <p:cNvSpPr/>
          <p:nvPr/>
        </p:nvSpPr>
        <p:spPr>
          <a:xfrm>
            <a:off x="4139952" y="34112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Прямоугольник 83"/>
          <p:cNvSpPr/>
          <p:nvPr/>
        </p:nvSpPr>
        <p:spPr>
          <a:xfrm>
            <a:off x="4644008" y="34112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Прямоугольник 84"/>
          <p:cNvSpPr/>
          <p:nvPr/>
        </p:nvSpPr>
        <p:spPr>
          <a:xfrm>
            <a:off x="5580112" y="37890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Прямоугольник 85"/>
          <p:cNvSpPr/>
          <p:nvPr/>
        </p:nvSpPr>
        <p:spPr>
          <a:xfrm>
            <a:off x="6084168" y="37890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Прямоугольник 86"/>
          <p:cNvSpPr/>
          <p:nvPr/>
        </p:nvSpPr>
        <p:spPr>
          <a:xfrm>
            <a:off x="6588224" y="37890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Прямоугольник 87"/>
          <p:cNvSpPr/>
          <p:nvPr/>
        </p:nvSpPr>
        <p:spPr>
          <a:xfrm>
            <a:off x="5580112" y="429309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/>
          <p:cNvSpPr/>
          <p:nvPr/>
        </p:nvSpPr>
        <p:spPr>
          <a:xfrm>
            <a:off x="6084168" y="429309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Прямоугольник 89"/>
          <p:cNvSpPr/>
          <p:nvPr/>
        </p:nvSpPr>
        <p:spPr>
          <a:xfrm>
            <a:off x="6588224" y="429309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Прямоугольник 90"/>
          <p:cNvSpPr/>
          <p:nvPr/>
        </p:nvSpPr>
        <p:spPr>
          <a:xfrm>
            <a:off x="7092280" y="429309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/>
          <p:cNvSpPr/>
          <p:nvPr/>
        </p:nvSpPr>
        <p:spPr>
          <a:xfrm>
            <a:off x="5580112" y="479715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Прямоугольник 92"/>
          <p:cNvSpPr/>
          <p:nvPr/>
        </p:nvSpPr>
        <p:spPr>
          <a:xfrm>
            <a:off x="6084168" y="4797152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Прямоугольник 93"/>
          <p:cNvSpPr/>
          <p:nvPr/>
        </p:nvSpPr>
        <p:spPr>
          <a:xfrm>
            <a:off x="6588224" y="479715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Прямоугольник 94"/>
          <p:cNvSpPr/>
          <p:nvPr/>
        </p:nvSpPr>
        <p:spPr>
          <a:xfrm>
            <a:off x="7092280" y="4797152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Прямоугольник 95"/>
          <p:cNvSpPr/>
          <p:nvPr/>
        </p:nvSpPr>
        <p:spPr>
          <a:xfrm>
            <a:off x="7092280" y="37975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Прямоугольник 96"/>
          <p:cNvSpPr/>
          <p:nvPr/>
        </p:nvSpPr>
        <p:spPr>
          <a:xfrm>
            <a:off x="7596336" y="3797528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Прямоугольник 97"/>
          <p:cNvSpPr/>
          <p:nvPr/>
        </p:nvSpPr>
        <p:spPr>
          <a:xfrm>
            <a:off x="7596336" y="4301584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9" name="Прямоугольник 98"/>
          <p:cNvSpPr/>
          <p:nvPr/>
        </p:nvSpPr>
        <p:spPr>
          <a:xfrm>
            <a:off x="7596336" y="4805640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Прямоугольник 99"/>
          <p:cNvSpPr/>
          <p:nvPr/>
        </p:nvSpPr>
        <p:spPr>
          <a:xfrm>
            <a:off x="5580112" y="530969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Прямоугольник 100"/>
          <p:cNvSpPr/>
          <p:nvPr/>
        </p:nvSpPr>
        <p:spPr>
          <a:xfrm>
            <a:off x="6084168" y="530969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Прямоугольник 101"/>
          <p:cNvSpPr/>
          <p:nvPr/>
        </p:nvSpPr>
        <p:spPr>
          <a:xfrm>
            <a:off x="6588224" y="5309696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Прямоугольник 102"/>
          <p:cNvSpPr/>
          <p:nvPr/>
        </p:nvSpPr>
        <p:spPr>
          <a:xfrm>
            <a:off x="7092280" y="5309696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4" name="Прямоугольник 103"/>
          <p:cNvSpPr/>
          <p:nvPr/>
        </p:nvSpPr>
        <p:spPr>
          <a:xfrm>
            <a:off x="7596336" y="5309696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Прямоугольник 104"/>
          <p:cNvSpPr/>
          <p:nvPr/>
        </p:nvSpPr>
        <p:spPr>
          <a:xfrm>
            <a:off x="5580112" y="581375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Прямоугольник 105"/>
          <p:cNvSpPr/>
          <p:nvPr/>
        </p:nvSpPr>
        <p:spPr>
          <a:xfrm>
            <a:off x="6084168" y="581375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Прямоугольник 106"/>
          <p:cNvSpPr/>
          <p:nvPr/>
        </p:nvSpPr>
        <p:spPr>
          <a:xfrm>
            <a:off x="6588224" y="5813752"/>
            <a:ext cx="504056" cy="504056"/>
          </a:xfrm>
          <a:prstGeom prst="rect">
            <a:avLst/>
          </a:prstGeom>
          <a:solidFill>
            <a:srgbClr val="05FF1D"/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Прямоугольник 107"/>
          <p:cNvSpPr/>
          <p:nvPr/>
        </p:nvSpPr>
        <p:spPr>
          <a:xfrm>
            <a:off x="7092280" y="581375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9" name="Прямоугольник 108"/>
          <p:cNvSpPr/>
          <p:nvPr/>
        </p:nvSpPr>
        <p:spPr>
          <a:xfrm>
            <a:off x="7596336" y="5813752"/>
            <a:ext cx="504056" cy="50405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900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466318" y="2209992"/>
            <a:ext cx="2747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Consolas" panose="020B0609020204030204" pitchFamily="49" charset="0"/>
              </a:rPr>
              <a:t>&lt; </a:t>
            </a:r>
            <a:r>
              <a:rPr lang="ru-RU" sz="2800" b="1" dirty="0" smtClean="0">
                <a:latin typeface="Consolas" panose="020B0609020204030204" pitchFamily="49" charset="0"/>
              </a:rPr>
              <a:t>Поколение 1</a:t>
            </a:r>
            <a:endParaRPr lang="ru-RU" sz="2800" b="1" dirty="0">
              <a:latin typeface="Consolas" panose="020B0609020204030204" pitchFamily="49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627784" y="4869160"/>
            <a:ext cx="2747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 smtClean="0">
                <a:latin typeface="Consolas" panose="020B0609020204030204" pitchFamily="49" charset="0"/>
              </a:rPr>
              <a:t>Поколение </a:t>
            </a:r>
            <a:r>
              <a:rPr lang="en-US" sz="2800" b="1" dirty="0" smtClean="0">
                <a:latin typeface="Consolas" panose="020B0609020204030204" pitchFamily="49" charset="0"/>
              </a:rPr>
              <a:t>2 &gt;</a:t>
            </a:r>
            <a:endParaRPr lang="ru-RU" sz="28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61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8700" y="1196752"/>
            <a:ext cx="61093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latin typeface="Consolas" panose="020B0609020204030204" pitchFamily="49" charset="0"/>
              </a:rPr>
              <a:t>Графический процессор</a:t>
            </a:r>
            <a:endParaRPr lang="en-US" sz="4000" b="1" dirty="0" smtClean="0">
              <a:latin typeface="Consolas" panose="020B0609020204030204" pitchFamily="49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921" y="4540180"/>
            <a:ext cx="4124901" cy="1047896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105" y="3882186"/>
            <a:ext cx="1045521" cy="670206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618" y="3311482"/>
            <a:ext cx="550772" cy="5362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41721" y="339495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Consolas" panose="020B0609020204030204" pitchFamily="49" charset="0"/>
              </a:rPr>
              <a:t>Клетка </a:t>
            </a:r>
            <a:r>
              <a:rPr lang="en-US" b="1" dirty="0" smtClean="0">
                <a:latin typeface="Consolas" panose="020B0609020204030204" pitchFamily="49" charset="0"/>
              </a:rPr>
              <a:t>&gt;</a:t>
            </a:r>
            <a:endParaRPr lang="ru-RU" b="1" dirty="0">
              <a:latin typeface="Consolas" panose="020B06090202040302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1721" y="403262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Consolas" panose="020B0609020204030204" pitchFamily="49" charset="0"/>
              </a:rPr>
              <a:t>Столбец </a:t>
            </a:r>
            <a:r>
              <a:rPr lang="en-US" b="1" dirty="0" smtClean="0">
                <a:latin typeface="Consolas" panose="020B0609020204030204" pitchFamily="49" charset="0"/>
              </a:rPr>
              <a:t>&gt;</a:t>
            </a:r>
            <a:endParaRPr lang="ru-RU" b="1" dirty="0">
              <a:latin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1721" y="4887729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Consolas" panose="020B0609020204030204" pitchFamily="49" charset="0"/>
              </a:rPr>
              <a:t>Матрица </a:t>
            </a:r>
            <a:r>
              <a:rPr lang="en-US" b="1" dirty="0" smtClean="0">
                <a:latin typeface="Consolas" panose="020B0609020204030204" pitchFamily="49" charset="0"/>
              </a:rPr>
              <a:t>&gt;</a:t>
            </a:r>
            <a:endParaRPr lang="ru-RU" b="1" dirty="0">
              <a:latin typeface="Consolas" panose="020B0609020204030204" pitchFamily="49" charset="0"/>
            </a:endParaRP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669713" y="3847759"/>
            <a:ext cx="5472608" cy="0"/>
          </a:xfrm>
          <a:prstGeom prst="line">
            <a:avLst/>
          </a:prstGeom>
          <a:ln w="25400">
            <a:solidFill>
              <a:srgbClr val="0C00F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2597705" y="4552392"/>
            <a:ext cx="5910281" cy="0"/>
          </a:xfrm>
          <a:prstGeom prst="line">
            <a:avLst/>
          </a:prstGeom>
          <a:ln w="25400">
            <a:solidFill>
              <a:srgbClr val="0C00F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28700" y="2204864"/>
            <a:ext cx="6238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 panose="020B0609020204030204" pitchFamily="49" charset="0"/>
              </a:rPr>
              <a:t>&gt; </a:t>
            </a:r>
            <a:r>
              <a:rPr lang="ru-RU" dirty="0" smtClean="0">
                <a:latin typeface="Consolas" panose="020B0609020204030204" pitchFamily="49" charset="0"/>
              </a:rPr>
              <a:t>Параллельно вычисляет новое состояние всех клеток матрицы 16х32</a:t>
            </a:r>
            <a:r>
              <a:rPr lang="en-US" dirty="0">
                <a:latin typeface="Consolas" panose="020B0609020204030204" pitchFamily="49" charset="0"/>
              </a:rPr>
              <a:t>.</a:t>
            </a:r>
            <a:endParaRPr lang="ru-R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10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7" y="332656"/>
            <a:ext cx="9079177" cy="65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8700" y="1196752"/>
            <a:ext cx="49808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latin typeface="Consolas" panose="020B0609020204030204" pitchFamily="49" charset="0"/>
              </a:rPr>
              <a:t>Взаимодействие с </a:t>
            </a:r>
          </a:p>
          <a:p>
            <a:r>
              <a:rPr lang="ru-RU" sz="4000" b="1" dirty="0" smtClean="0">
                <a:latin typeface="Consolas" panose="020B0609020204030204" pitchFamily="49" charset="0"/>
              </a:rPr>
              <a:t>пользователем</a:t>
            </a:r>
            <a:endParaRPr lang="en-US" sz="4000" b="1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1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8700" y="1196752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latin typeface="Consolas" panose="020B0609020204030204" pitchFamily="49" charset="0"/>
              </a:rPr>
              <a:t>Роль микропроцессора</a:t>
            </a:r>
            <a:endParaRPr lang="en-US" sz="4000" b="1" dirty="0" smtClean="0">
              <a:latin typeface="Consolas" panose="020B06090202040302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1819" r="13113"/>
          <a:stretch/>
        </p:blipFill>
        <p:spPr>
          <a:xfrm>
            <a:off x="5724128" y="4293095"/>
            <a:ext cx="3174521" cy="2351127"/>
          </a:xfrm>
          <a:prstGeom prst="rect">
            <a:avLst/>
          </a:prstGeom>
          <a:ln w="38100" cap="sq">
            <a:solidFill>
              <a:srgbClr val="0C00F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5013176"/>
            <a:ext cx="1075592" cy="1071183"/>
          </a:xfrm>
          <a:prstGeom prst="rect">
            <a:avLst/>
          </a:prstGeom>
        </p:spPr>
      </p:pic>
      <p:cxnSp>
        <p:nvCxnSpPr>
          <p:cNvPr id="34" name="Прямая со стрелкой 33"/>
          <p:cNvCxnSpPr/>
          <p:nvPr/>
        </p:nvCxnSpPr>
        <p:spPr>
          <a:xfrm flipH="1">
            <a:off x="6943736" y="5085184"/>
            <a:ext cx="326300" cy="46358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99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4145</TotalTime>
  <Words>103</Words>
  <Application>Microsoft Office PowerPoint</Application>
  <PresentationFormat>Экран (4:3)</PresentationFormat>
  <Paragraphs>24</Paragraphs>
  <Slides>8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of Life</dc:title>
  <dc:creator>Кристина Кудрина</dc:creator>
  <cp:lastModifiedBy>Кристина Кудрина</cp:lastModifiedBy>
  <cp:revision>23</cp:revision>
  <dcterms:created xsi:type="dcterms:W3CDTF">2026-05-07T12:56:13Z</dcterms:created>
  <dcterms:modified xsi:type="dcterms:W3CDTF">2026-05-11T17:18:46Z</dcterms:modified>
</cp:coreProperties>
</file>